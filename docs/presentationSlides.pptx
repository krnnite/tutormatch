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22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86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49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58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913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2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1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462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1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40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73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04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35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46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66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504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743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70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59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74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908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97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85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703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85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3D2F506-EFE2-48FF-B0E2-610947A44C5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EF2E8070-C6A9-406E-9356-37C45CA7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3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C1825-FB2A-1A92-9F6C-2E51F93623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TutorMatch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75C4C-B31D-7D82-90B8-7A0318F86A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Clayton Bittner and Kierien Williamson</a:t>
            </a:r>
          </a:p>
        </p:txBody>
      </p:sp>
    </p:spTree>
    <p:extLst>
      <p:ext uri="{BB962C8B-B14F-4D97-AF65-F5344CB8AC3E}">
        <p14:creationId xmlns:p14="http://schemas.microsoft.com/office/powerpoint/2010/main" val="2589736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945E-2EDE-EC99-9F04-D6D7F2A49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TutorMatch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7EB7E-3E74-6132-3C18-1149F1A96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TutorMatch</a:t>
            </a:r>
            <a:r>
              <a:rPr lang="en-US" sz="2800" dirty="0"/>
              <a:t> is a way for tutors to offer their talents to students in need</a:t>
            </a:r>
          </a:p>
          <a:p>
            <a:r>
              <a:rPr lang="en-US" sz="2800" dirty="0"/>
              <a:t>It acts as the way to connect the two parties and allows the tutor to teach what they know to the student their way.</a:t>
            </a:r>
          </a:p>
        </p:txBody>
      </p:sp>
    </p:spTree>
    <p:extLst>
      <p:ext uri="{BB962C8B-B14F-4D97-AF65-F5344CB8AC3E}">
        <p14:creationId xmlns:p14="http://schemas.microsoft.com/office/powerpoint/2010/main" val="3173434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DBC0-336D-DDC8-96DB-C6689B535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9E0F6-A368-334B-DCF1-249712A90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student is the consumer in this project, we focused on four main things.</a:t>
            </a:r>
          </a:p>
          <a:p>
            <a:r>
              <a:rPr lang="en-US" sz="2800" dirty="0"/>
              <a:t>1) Being able to view courses they could take, and search them</a:t>
            </a:r>
          </a:p>
          <a:p>
            <a:r>
              <a:rPr lang="en-US" sz="2800" dirty="0"/>
              <a:t>2) Having a profile page with courses they are currently taking</a:t>
            </a:r>
          </a:p>
          <a:p>
            <a:r>
              <a:rPr lang="en-US" sz="2800" dirty="0"/>
              <a:t>3) Having the ability to edit and make changes to their profile</a:t>
            </a:r>
          </a:p>
          <a:p>
            <a:r>
              <a:rPr lang="en-US" sz="2800" dirty="0"/>
              <a:t>4) Being able to leave a review on the courses they are taking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379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F079A-6C06-63BC-1E85-356E61DE9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1D354-6A76-BD11-6EAA-99F4A4F4F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There are also four main objectives we wanted to focus for the providers</a:t>
            </a:r>
          </a:p>
          <a:p>
            <a:r>
              <a:rPr lang="en-US" sz="2800" dirty="0"/>
              <a:t>1)Being able to create and update a tutor account</a:t>
            </a:r>
          </a:p>
          <a:p>
            <a:r>
              <a:rPr lang="en-US" sz="2800" dirty="0"/>
              <a:t>2)Being able to view reviews students left</a:t>
            </a:r>
          </a:p>
          <a:p>
            <a:r>
              <a:rPr lang="en-US" sz="2800" dirty="0"/>
              <a:t>3)Being able to view current students that they are connected to</a:t>
            </a:r>
          </a:p>
          <a:p>
            <a:r>
              <a:rPr lang="en-US" sz="2800" dirty="0"/>
              <a:t>4)Being able to attach a note to a student that only the provider can view</a:t>
            </a:r>
          </a:p>
        </p:txBody>
      </p:sp>
    </p:spTree>
    <p:extLst>
      <p:ext uri="{BB962C8B-B14F-4D97-AF65-F5344CB8AC3E}">
        <p14:creationId xmlns:p14="http://schemas.microsoft.com/office/powerpoint/2010/main" val="3426627360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2</TotalTime>
  <Words>186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Modulo</vt:lpstr>
      <vt:lpstr>TutorMatch</vt:lpstr>
      <vt:lpstr>What is TutorMatch?</vt:lpstr>
      <vt:lpstr>Consumer Objectives</vt:lpstr>
      <vt:lpstr>Provider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Clayton Bittner</dc:creator>
  <cp:lastModifiedBy>Clayton Bittner</cp:lastModifiedBy>
  <cp:revision>1</cp:revision>
  <dcterms:created xsi:type="dcterms:W3CDTF">2026-09-23T16:47:08Z</dcterms:created>
  <dcterms:modified xsi:type="dcterms:W3CDTF">2026-09-23T16:50:00Z</dcterms:modified>
</cp:coreProperties>
</file>